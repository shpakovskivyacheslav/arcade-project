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5143500" cx="9144000"/>
  <p:notesSz cx="6858000" cy="9144000"/>
  <p:embeddedFontLst>
    <p:embeddedFont>
      <p:font typeface="Montserrat"/>
      <p:regular r:id="rId13"/>
      <p:bold r:id="rId14"/>
      <p:italic r:id="rId15"/>
      <p:boldItalic r:id="rId16"/>
    </p:embeddedFont>
    <p:embeddedFont>
      <p:font typeface="Lat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Montserrat-regular.fntdata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ontserrat-italic.fntdata"/><Relationship Id="rId14" Type="http://schemas.openxmlformats.org/officeDocument/2006/relationships/font" Target="fonts/Montserrat-bold.fntdata"/><Relationship Id="rId17" Type="http://schemas.openxmlformats.org/officeDocument/2006/relationships/font" Target="fonts/Lato-regular.fntdata"/><Relationship Id="rId16" Type="http://schemas.openxmlformats.org/officeDocument/2006/relationships/font" Target="fonts/Montserrat-boldItalic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Lato-italic.fntdata"/><Relationship Id="rId6" Type="http://schemas.openxmlformats.org/officeDocument/2006/relationships/slide" Target="slides/slide1.xml"/><Relationship Id="rId18" Type="http://schemas.openxmlformats.org/officeDocument/2006/relationships/font" Target="fonts/La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8b8576e1a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8b8576e1a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b8b8576e1a_0_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b8b8576e1a_0_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b8b8576e1a_0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b8b8576e1a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b8b8576e1a_0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b8b8576e1a_0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8b8576e1a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b8b8576e1a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b8b8576e1a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b8b8576e1a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Fish Hunter</a:t>
            </a:r>
            <a:endParaRPr/>
          </a:p>
        </p:txBody>
      </p:sp>
      <p:sp>
        <p:nvSpPr>
          <p:cNvPr id="135" name="Google Shape;135;p13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Авторы: Шпаковский Вячеслав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и Мажоров Арсений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Цель и задача</a:t>
            </a:r>
            <a:endParaRPr/>
          </a:p>
        </p:txBody>
      </p:sp>
      <p:sp>
        <p:nvSpPr>
          <p:cNvPr id="141" name="Google Shape;141;p14"/>
          <p:cNvSpPr txBox="1"/>
          <p:nvPr/>
        </p:nvSpPr>
        <p:spPr>
          <a:xfrm>
            <a:off x="161400" y="1394925"/>
            <a:ext cx="3944100" cy="25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Задача - сделать простенький платформер типа старейших представителей жанра.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2" name="Google Shape;14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75925" y="889650"/>
            <a:ext cx="4060477" cy="3530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7800" y="1307850"/>
            <a:ext cx="687400" cy="78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Актуальность</a:t>
            </a:r>
            <a:endParaRPr/>
          </a:p>
        </p:txBody>
      </p:sp>
      <p:pic>
        <p:nvPicPr>
          <p:cNvPr id="149" name="Google Shape;14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76575" y="1285875"/>
            <a:ext cx="457200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15"/>
          <p:cNvSpPr txBox="1"/>
          <p:nvPr/>
        </p:nvSpPr>
        <p:spPr>
          <a:xfrm>
            <a:off x="210375" y="1430975"/>
            <a:ext cx="2791200" cy="25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Платформер - один из старейших и известнейших жанров игр, но кто сказал, что они устарели? (ну может чуть-чуть)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Использованные технологии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168725" y="1587175"/>
            <a:ext cx="4403400" cy="33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17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Примеры работы</a:t>
            </a:r>
            <a:endParaRPr/>
          </a:p>
        </p:txBody>
      </p:sp>
      <p:pic>
        <p:nvPicPr>
          <p:cNvPr id="162" name="Google Shape;16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7400" y="1307850"/>
            <a:ext cx="4679553" cy="353085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7"/>
          <p:cNvSpPr txBox="1"/>
          <p:nvPr/>
        </p:nvSpPr>
        <p:spPr>
          <a:xfrm>
            <a:off x="199950" y="1493450"/>
            <a:ext cx="3718200" cy="3280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rPr>
              <a:t>Как уже говорилось ранее, наша игра - простой платформер без особых примочек</a:t>
            </a:r>
            <a:endParaRPr sz="1300">
              <a:solidFill>
                <a:schemeClr val="l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Заключение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9"/>
          <p:cNvSpPr txBox="1"/>
          <p:nvPr>
            <p:ph type="title"/>
          </p:nvPr>
        </p:nvSpPr>
        <p:spPr>
          <a:xfrm>
            <a:off x="1297500" y="393750"/>
            <a:ext cx="7038900" cy="162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Ссылка на исходный код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https://github.com/ShpakovskiVyacheslav/Arcade-project.git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