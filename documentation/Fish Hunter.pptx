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3" r:id="rId7"/>
    <p:sldId id="266" r:id="rId8"/>
    <p:sldId id="264" r:id="rId9"/>
    <p:sldId id="265" r:id="rId10"/>
  </p:sldIdLst>
  <p:sldSz cx="9144000" cy="5143500" type="screen16x9"/>
  <p:notesSz cx="6858000" cy="9144000"/>
  <p:embeddedFontLst>
    <p:embeddedFont>
      <p:font typeface="Montserrat" panose="020B0604020202020204" charset="-52"/>
      <p:regular r:id="rId12"/>
      <p:bold r:id="rId13"/>
      <p:italic r:id="rId14"/>
      <p:boldItalic r:id="rId15"/>
    </p:embeddedFont>
    <p:embeddedFont>
      <p:font typeface="Lato" panose="020B060402020202020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72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8576e1a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8576e1a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8b8576e1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b8b8576e1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8b8576e1a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8b8576e1a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8b8576e1a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8b8576e1a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299955" y="1674652"/>
            <a:ext cx="3159283" cy="8210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 Hunter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617029" y="3535437"/>
            <a:ext cx="2777575" cy="10503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Авторы</a:t>
            </a:r>
            <a:r>
              <a:rPr lang="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Шпаковский Вячеслав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Мажоров </a:t>
            </a:r>
            <a:r>
              <a:rPr lang="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Арсений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3199445" y="279023"/>
            <a:ext cx="2314456" cy="6299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</a:t>
            </a:r>
            <a:r>
              <a:rPr lang="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Google Shape;141;p14"/>
          <p:cNvSpPr txBox="1"/>
          <p:nvPr/>
        </p:nvSpPr>
        <p:spPr>
          <a:xfrm>
            <a:off x="256196" y="1218473"/>
            <a:ext cx="4267678" cy="3649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u="sng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Цель проекта</a:t>
            </a:r>
            <a:r>
              <a:rPr lang="en-US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Разработать игру</a:t>
            </a:r>
            <a:r>
              <a:rPr lang="en-US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,</a:t>
            </a: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 в жанре платформер</a:t>
            </a:r>
            <a:r>
              <a:rPr lang="en-US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, </a:t>
            </a: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являющейся аналогом игр серии </a:t>
            </a:r>
            <a:r>
              <a:rPr lang="en-US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Super Mario Bros.</a:t>
            </a:r>
            <a:endParaRPr lang="ru-RU" sz="1600" dirty="0" smtClean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 smtClean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u="sng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Задачи проекта</a:t>
            </a:r>
            <a:r>
              <a:rPr lang="en-US" sz="18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 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1)</a:t>
            </a: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 Реализовать движение персонажа </a:t>
            </a:r>
            <a:endParaRPr lang="ru-RU" sz="1600" dirty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2) Найти спрайты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3) Добавить препятствия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4) Добавить предметы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5) Сделать базу данных для рекордов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6) Сделать систему частиц для фейерверков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7) Сделать настройки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8) Собрать </a:t>
            </a:r>
            <a:r>
              <a:rPr lang="en-US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exe </a:t>
            </a:r>
            <a:r>
              <a:rPr lang="ru-RU" sz="16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файл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 smtClean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300" dirty="0" smtClean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0939" y="1266599"/>
            <a:ext cx="4060477" cy="353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29866" y="1706611"/>
            <a:ext cx="581373" cy="6859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"/>
          <p:cNvSpPr txBox="1">
            <a:spLocks noGrp="1"/>
          </p:cNvSpPr>
          <p:nvPr>
            <p:ph type="title"/>
          </p:nvPr>
        </p:nvSpPr>
        <p:spPr>
          <a:xfrm>
            <a:off x="3195050" y="428124"/>
            <a:ext cx="2786364" cy="6031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7825" y="1574632"/>
            <a:ext cx="457200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323134" y="2265911"/>
            <a:ext cx="3919064" cy="1189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Платформер </a:t>
            </a:r>
            <a:r>
              <a:rPr lang="ru-RU" dirty="0">
                <a:solidFill>
                  <a:schemeClr val="bg1"/>
                </a:solidFill>
              </a:rPr>
              <a:t>—</a:t>
            </a:r>
            <a:r>
              <a:rPr lang="ru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 </a:t>
            </a:r>
            <a:r>
              <a:rPr lang="ru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один из старейших и известнейших жанров игр, но кто сказал, что они устарели?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"/>
          <p:cNvSpPr txBox="1">
            <a:spLocks noGrp="1"/>
          </p:cNvSpPr>
          <p:nvPr>
            <p:ph type="title"/>
          </p:nvPr>
        </p:nvSpPr>
        <p:spPr>
          <a:xfrm>
            <a:off x="2190652" y="180618"/>
            <a:ext cx="4958921" cy="6375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Использованные технологии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Google Shape;156;p16"/>
          <p:cNvSpPr txBox="1"/>
          <p:nvPr/>
        </p:nvSpPr>
        <p:spPr>
          <a:xfrm>
            <a:off x="3730071" y="1024402"/>
            <a:ext cx="1880081" cy="3451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Библиотеки</a:t>
            </a:r>
            <a:r>
              <a:rPr lang="en-US" sz="2000" dirty="0" smtClean="0">
                <a:solidFill>
                  <a:schemeClr val="lt1"/>
                </a:solidFill>
                <a:latin typeface="Times New Roman" panose="02020603050405020304" pitchFamily="18" charset="0"/>
                <a:ea typeface="Lato"/>
                <a:cs typeface="Times New Roman" panose="02020603050405020304" pitchFamily="18" charset="0"/>
                <a:sym typeface="Lato"/>
              </a:rPr>
              <a:t>:</a:t>
            </a:r>
            <a:endParaRPr lang="ru-RU" sz="2000" dirty="0" smtClean="0">
              <a:solidFill>
                <a:schemeClr val="lt1"/>
              </a:solidFill>
              <a:latin typeface="Times New Roman" panose="02020603050405020304" pitchFamily="18" charset="0"/>
              <a:ea typeface="Lato"/>
              <a:cs typeface="Times New Roman" panose="02020603050405020304" pitchFamily="18" charset="0"/>
              <a:sym typeface="Lato"/>
            </a:endParaRPr>
          </a:p>
          <a:p>
            <a:pPr lvl="0" algn="ctr"/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Arcade</a:t>
            </a:r>
          </a:p>
          <a:p>
            <a:pPr lvl="0" algn="ctr"/>
            <a:r>
              <a:rPr lang="en-US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0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qlite3</a:t>
            </a:r>
          </a:p>
          <a:p>
            <a:pPr algn="ctr"/>
            <a:r>
              <a:rPr lang="en-US" sz="2000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endParaRPr lang="ru-RU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pyglet</a:t>
            </a:r>
            <a:endParaRPr lang="ru-RU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ru-RU" sz="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ru-R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0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US" sz="2000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endParaRPr lang="ru-RU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</a:t>
            </a:r>
            <a:endParaRPr lang="ru-RU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shutil</a:t>
            </a:r>
            <a:endParaRPr lang="ru-RU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pathlib</a:t>
            </a:r>
            <a:endParaRPr lang="ru-RU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/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PyInstaller</a:t>
            </a:r>
            <a:endParaRPr lang="ru-RU" sz="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 txBox="1">
            <a:spLocks noGrp="1"/>
          </p:cNvSpPr>
          <p:nvPr>
            <p:ph type="title"/>
          </p:nvPr>
        </p:nvSpPr>
        <p:spPr>
          <a:xfrm>
            <a:off x="2632141" y="91242"/>
            <a:ext cx="3943155" cy="5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 работы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336" y="653142"/>
            <a:ext cx="5610763" cy="41183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818" y="343758"/>
            <a:ext cx="5797299" cy="429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0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67574" y="448752"/>
            <a:ext cx="4008233" cy="561901"/>
          </a:xfrm>
        </p:spPr>
        <p:txBody>
          <a:bodyPr>
            <a:noAutofit/>
          </a:bodyPr>
          <a:lstStyle/>
          <a:p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развития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841595" y="1794432"/>
            <a:ext cx="5660189" cy="2096925"/>
          </a:xfrm>
        </p:spPr>
        <p:txBody>
          <a:bodyPr>
            <a:normAutofit/>
          </a:bodyPr>
          <a:lstStyle/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больше врагов и предметов</a:t>
            </a: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Увеличить количество уровней</a:t>
            </a: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сюжет</a:t>
            </a:r>
          </a:p>
          <a:p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Улучшить таблицу рекордов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043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73209" y="359379"/>
            <a:ext cx="2681323" cy="685655"/>
          </a:xfrm>
        </p:spPr>
        <p:txBody>
          <a:bodyPr>
            <a:noAutofit/>
          </a:bodyPr>
          <a:lstStyle/>
          <a:p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49112" y="1045034"/>
            <a:ext cx="7038900" cy="3410087"/>
          </a:xfrm>
        </p:spPr>
        <p:txBody>
          <a:bodyPr>
            <a:normAutofit/>
          </a:bodyPr>
          <a:lstStyle/>
          <a:p>
            <a:pPr marL="146050" indent="0">
              <a:buNone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Итоги работы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6050" indent="0">
              <a:buNone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игра в жанре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платформер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Сделаны персонаж и препятствия</a:t>
            </a:r>
            <a:endParaRPr lang="en-US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Сделаны 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анимации </a:t>
            </a:r>
            <a:endParaRPr lang="ru-RU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Реализована система 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уровней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пользовательский интерфейс (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UI)</a:t>
            </a:r>
            <a:endParaRPr lang="ru-RU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Добавлены настройки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Сделана база данных для хранения рекордов</a:t>
            </a:r>
          </a:p>
          <a:p>
            <a:pPr lvl="1">
              <a:buFont typeface="Arial" panose="020B0604020202020204" pitchFamily="34" charset="0"/>
              <a:buChar char="•"/>
            </a:pPr>
            <a:endParaRPr lang="ru-RU" sz="2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223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18451" y="233756"/>
            <a:ext cx="45624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Ссылка на исходный код</a:t>
            </a:r>
            <a:endParaRPr lang="ru-RU" sz="3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009" y="1058779"/>
            <a:ext cx="3671350" cy="367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514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162</Words>
  <Application>Microsoft Office PowerPoint</Application>
  <PresentationFormat>Экран (16:9)</PresentationFormat>
  <Paragraphs>48</Paragraphs>
  <Slides>9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Montserrat</vt:lpstr>
      <vt:lpstr>Arial</vt:lpstr>
      <vt:lpstr>Times New Roman</vt:lpstr>
      <vt:lpstr>Lato</vt:lpstr>
      <vt:lpstr>Focus</vt:lpstr>
      <vt:lpstr>Fish Hunter</vt:lpstr>
      <vt:lpstr>Цель и задачи</vt:lpstr>
      <vt:lpstr>Актуальность</vt:lpstr>
      <vt:lpstr>Использованные технологии</vt:lpstr>
      <vt:lpstr>Примеры работы</vt:lpstr>
      <vt:lpstr>Презентация PowerPoint</vt:lpstr>
      <vt:lpstr>Перспективы развития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 Hunter</dc:title>
  <dc:creator>Georgiy</dc:creator>
  <cp:lastModifiedBy>Пользователь Windows</cp:lastModifiedBy>
  <cp:revision>19</cp:revision>
  <dcterms:modified xsi:type="dcterms:W3CDTF">2026-02-01T10:22:30Z</dcterms:modified>
</cp:coreProperties>
</file>