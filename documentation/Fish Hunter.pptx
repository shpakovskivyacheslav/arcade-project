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4" r:id="rId9"/>
    <p:sldId id="265" r:id="rId10"/>
  </p:sldIdLst>
  <p:sldSz cx="9144000" cy="5143500" type="screen16x9"/>
  <p:notesSz cx="6858000" cy="9144000"/>
  <p:embeddedFontLst>
    <p:embeddedFont>
      <p:font typeface="Montserrat" panose="020B0604020202020204" charset="-52"/>
      <p:regular r:id="rId12"/>
      <p:bold r:id="rId13"/>
      <p:italic r:id="rId14"/>
      <p:boldItalic r:id="rId15"/>
    </p:embeddedFont>
    <p:embeddedFont>
      <p:font typeface="Lat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2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b8576e1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b8576e1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b8576e1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8b8576e1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8b8576e1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8b8576e1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8b8576e1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8b8576e1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244954" y="1681527"/>
            <a:ext cx="3159283" cy="821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Hunter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830158" y="3535437"/>
            <a:ext cx="2564446" cy="1050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</a:t>
            </a:r>
            <a:r>
              <a:rPr lang="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Шпаковский Вячеслав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Мажоров </a:t>
            </a:r>
            <a:r>
              <a:rPr lang="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Арсений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3199445" y="279023"/>
            <a:ext cx="2314456" cy="629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</a:t>
            </a:r>
            <a:r>
              <a:rPr lang="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263071" y="1266599"/>
            <a:ext cx="4267678" cy="341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Цель проекта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Разработать игру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</a:t>
            </a: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в жанре </a:t>
            </a: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платформер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</a:t>
            </a: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являющейся аналогом игр серии 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Super Mario Bros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</a:t>
            </a:r>
            <a:endParaRPr lang="ru-RU" dirty="0" smtClean="0">
              <a:solidFill>
                <a:schemeClr val="lt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>
              <a:solidFill>
                <a:schemeClr val="lt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Задачи проекта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1)</a:t>
            </a: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Реализовать движение персонажа (на тот момент примитива)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2)Найти спрайты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3)Добавить препятствия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  <a:endParaRPr lang="ru-RU" dirty="0" smtClean="0">
              <a:solidFill>
                <a:schemeClr val="lt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4)Добавить предметы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5)Сделать базу данных для рекордов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6)Сделать систему частиц для фейерверков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7)Сделать настройки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8)Собрать </a:t>
            </a:r>
            <a:r>
              <a:rPr lang="en-US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exe </a:t>
            </a:r>
            <a:r>
              <a:rPr lang="ru-RU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файл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 smtClean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 smtClean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939" y="1266599"/>
            <a:ext cx="4060477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9866" y="1706611"/>
            <a:ext cx="581373" cy="68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3195050" y="428124"/>
            <a:ext cx="2786364" cy="603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825" y="1574632"/>
            <a:ext cx="4572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323134" y="2265911"/>
            <a:ext cx="3919064" cy="118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Платформер - один из старейших и известнейших жанров игр, но кто сказал, что они устарели</a:t>
            </a:r>
            <a:r>
              <a:rPr lang="ru" sz="2000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?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</a:t>
            </a:r>
            <a:endParaRPr lang="ru" sz="2000" dirty="0" smtClean="0">
              <a:solidFill>
                <a:schemeClr val="lt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2321281" y="166868"/>
            <a:ext cx="4958921" cy="637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технологии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860700" y="948775"/>
            <a:ext cx="1880081" cy="3451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Библиотеки</a:t>
            </a:r>
            <a:r>
              <a:rPr lang="en-US" sz="2000" dirty="0" smtClean="0">
                <a:solidFill>
                  <a:schemeClr val="lt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  <a:endParaRPr lang="ru-RU" sz="2000" dirty="0" smtClean="0">
              <a:solidFill>
                <a:schemeClr val="lt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0" algn="ctr"/>
            <a:r>
              <a:rPr lang="ru-RU" sz="2000" dirty="0">
                <a:solidFill>
                  <a:schemeClr val="bg1"/>
                </a:solidFill>
              </a:rPr>
              <a:t>Arcade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ru-RU" sz="2000" dirty="0">
                <a:solidFill>
                  <a:schemeClr val="bg1"/>
                </a:solidFill>
              </a:rPr>
              <a:t>sqlite3</a:t>
            </a:r>
          </a:p>
          <a:p>
            <a:pPr lvl="0" algn="ctr"/>
            <a:r>
              <a:rPr lang="ru-RU" sz="2000" dirty="0">
                <a:solidFill>
                  <a:schemeClr val="bg1"/>
                </a:solidFill>
              </a:rPr>
              <a:t>random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pyglet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json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os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sys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shutil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pathlib</a:t>
            </a:r>
            <a:endParaRPr lang="ru-RU" sz="2000" dirty="0">
              <a:solidFill>
                <a:schemeClr val="bg1"/>
              </a:solidFill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</a:rPr>
              <a:t>PyInstaller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2632141" y="91242"/>
            <a:ext cx="3943155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работы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36" y="653142"/>
            <a:ext cx="5610763" cy="4118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818" y="343758"/>
            <a:ext cx="5797299" cy="429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2572" y="469377"/>
            <a:ext cx="4008233" cy="561901"/>
          </a:xfrm>
        </p:spPr>
        <p:txBody>
          <a:bodyPr>
            <a:no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 развития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76875" y="1780682"/>
            <a:ext cx="7038900" cy="2096925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больше врагов и предметов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 количество уровней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сюжет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Улучшить таблицу рекордов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4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44469" y="214995"/>
            <a:ext cx="2062557" cy="561901"/>
          </a:xfrm>
        </p:spPr>
        <p:txBody>
          <a:bodyPr>
            <a:no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9112" y="1045034"/>
            <a:ext cx="7038900" cy="3410087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работы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игра в жанре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платформер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Сделаны персонаж и препятствия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Сделаны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анимации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уровней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настройки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Сделана база данных для хранения рекордов</a:t>
            </a:r>
          </a:p>
          <a:p>
            <a:pPr lvl="1">
              <a:buFont typeface="Arial" panose="020B0604020202020204" pitchFamily="34" charset="0"/>
              <a:buChar char="•"/>
            </a:pP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2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2565" y="206256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исходный код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10" y="893775"/>
            <a:ext cx="3671350" cy="36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150</Words>
  <Application>Microsoft Office PowerPoint</Application>
  <PresentationFormat>Экран (16:9)</PresentationFormat>
  <Paragraphs>48</Paragraphs>
  <Slides>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Montserrat</vt:lpstr>
      <vt:lpstr>Arial</vt:lpstr>
      <vt:lpstr>Times New Roman</vt:lpstr>
      <vt:lpstr>Lato</vt:lpstr>
      <vt:lpstr>Focus</vt:lpstr>
      <vt:lpstr>Fish Hunter</vt:lpstr>
      <vt:lpstr>Цель и задачи</vt:lpstr>
      <vt:lpstr>Актуальность</vt:lpstr>
      <vt:lpstr>Использованные технологии</vt:lpstr>
      <vt:lpstr>Примеры работы</vt:lpstr>
      <vt:lpstr>Презентация PowerPoint</vt:lpstr>
      <vt:lpstr>Перспектива развития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Hunter</dc:title>
  <dc:creator>Georgiy</dc:creator>
  <cp:lastModifiedBy>Пользователь Windows</cp:lastModifiedBy>
  <cp:revision>16</cp:revision>
  <dcterms:modified xsi:type="dcterms:W3CDTF">2026-02-01T09:52:45Z</dcterms:modified>
</cp:coreProperties>
</file>