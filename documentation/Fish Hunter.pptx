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6" r:id="rId9"/>
    <p:sldId id="265" r:id="rId10"/>
  </p:sldIdLst>
  <p:sldSz cx="9144000" cy="5143500" type="screen16x9"/>
  <p:notesSz cx="6858000" cy="9144000"/>
  <p:embeddedFontLst>
    <p:embeddedFont>
      <p:font typeface="Lato" panose="020B0604020202020204" charset="0"/>
      <p:regular r:id="rId12"/>
      <p:bold r:id="rId13"/>
      <p:italic r:id="rId14"/>
      <p:boldItalic r:id="rId15"/>
    </p:embeddedFont>
    <p:embeddedFont>
      <p:font typeface="Montserrat" panose="020B0604020202020204" charset="-52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72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8576e1a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8576e1a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8b8576e1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b8b8576e1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b8576e1a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8b8576e1a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8b8576e1a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8b8576e1a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244954" y="1681527"/>
            <a:ext cx="3159283" cy="8210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 Hunter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830158" y="3535437"/>
            <a:ext cx="2564446" cy="10503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Авторы</a:t>
            </a:r>
            <a:r>
              <a:rPr lang="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Шпаковский Вячеслав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Мажоров </a:t>
            </a:r>
            <a:r>
              <a:rPr lang="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Арсений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338751" y="505905"/>
            <a:ext cx="2662608" cy="6299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</a:t>
            </a:r>
            <a:r>
              <a:rPr lang="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Google Shape;141;p14"/>
          <p:cNvSpPr txBox="1"/>
          <p:nvPr/>
        </p:nvSpPr>
        <p:spPr>
          <a:xfrm>
            <a:off x="276821" y="1394924"/>
            <a:ext cx="3944100" cy="317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u="sng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Цель проекта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Разработать игру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,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 в жанре </a:t>
            </a:r>
            <a:r>
              <a:rPr lang="ru-RU" dirty="0" err="1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платформер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, 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являющейся аналогом игр серии 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Super Mario Bros.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u="sng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Задачи проекта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1)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Реализовать движение персонажа (на тот момент примитива)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2)Найти спрайты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3)Добавить препятствия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  <a:endParaRPr lang="ru-RU" dirty="0" smtClean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4)Добавить 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предметы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5)Сделать базу данных для рекордов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6)Сделать систему частиц для 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фейерверков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7)Сделать настройки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8)Собрать </a:t>
            </a:r>
            <a:r>
              <a:rPr lang="en-US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exe </a:t>
            </a:r>
            <a:r>
              <a:rPr lang="ru-RU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файл</a:t>
            </a:r>
            <a:endParaRPr lang="ru-RU" dirty="0" smtClean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 smtClean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 smtClean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557" y="820898"/>
            <a:ext cx="4060477" cy="353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13607" y="1266599"/>
            <a:ext cx="581373" cy="6859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>
            <a:spLocks noGrp="1"/>
          </p:cNvSpPr>
          <p:nvPr>
            <p:ph type="title"/>
          </p:nvPr>
        </p:nvSpPr>
        <p:spPr>
          <a:xfrm>
            <a:off x="3215675" y="579378"/>
            <a:ext cx="2786364" cy="6031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448" y="1787763"/>
            <a:ext cx="457200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677888" y="1787763"/>
            <a:ext cx="2842208" cy="2618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Платформер - один из старейших и известнейших жанров игр, но кто сказал, что они устарели?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"/>
          <p:cNvSpPr txBox="1">
            <a:spLocks noGrp="1"/>
          </p:cNvSpPr>
          <p:nvPr>
            <p:ph type="title"/>
          </p:nvPr>
        </p:nvSpPr>
        <p:spPr>
          <a:xfrm>
            <a:off x="2321281" y="166868"/>
            <a:ext cx="4958921" cy="6375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Использованные технологии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Google Shape;156;p16"/>
          <p:cNvSpPr txBox="1"/>
          <p:nvPr/>
        </p:nvSpPr>
        <p:spPr>
          <a:xfrm>
            <a:off x="3860700" y="948775"/>
            <a:ext cx="1880081" cy="3451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Библиотеки</a:t>
            </a:r>
            <a:r>
              <a:rPr lang="en-US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  <a:endParaRPr lang="ru-RU" sz="2000" dirty="0" smtClean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lvl="0" algn="ctr"/>
            <a:r>
              <a:rPr lang="ru-RU" sz="2000" dirty="0" err="1">
                <a:solidFill>
                  <a:schemeClr val="bg1"/>
                </a:solidFill>
              </a:rPr>
              <a:t>Arcade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ru-RU" sz="2000" dirty="0">
                <a:solidFill>
                  <a:schemeClr val="bg1"/>
                </a:solidFill>
              </a:rPr>
              <a:t>sqlite3</a:t>
            </a:r>
          </a:p>
          <a:p>
            <a:pPr lvl="0" algn="ctr"/>
            <a:r>
              <a:rPr lang="ru-RU" sz="2000" dirty="0" err="1">
                <a:solidFill>
                  <a:schemeClr val="bg1"/>
                </a:solidFill>
              </a:rPr>
              <a:t>random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en-US" sz="2000" dirty="0" err="1">
                <a:solidFill>
                  <a:schemeClr val="bg1"/>
                </a:solidFill>
              </a:rPr>
              <a:t>pyglet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en-US" sz="2000" dirty="0" err="1">
                <a:solidFill>
                  <a:schemeClr val="bg1"/>
                </a:solidFill>
              </a:rPr>
              <a:t>json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en-US" sz="2000" dirty="0" err="1">
                <a:solidFill>
                  <a:schemeClr val="bg1"/>
                </a:solidFill>
              </a:rPr>
              <a:t>os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en-US" sz="2000" dirty="0">
                <a:solidFill>
                  <a:schemeClr val="bg1"/>
                </a:solidFill>
              </a:rPr>
              <a:t>sys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en-US" sz="2000" dirty="0" err="1">
                <a:solidFill>
                  <a:schemeClr val="bg1"/>
                </a:solidFill>
              </a:rPr>
              <a:t>shutil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en-US" sz="2000" dirty="0" err="1">
                <a:solidFill>
                  <a:schemeClr val="bg1"/>
                </a:solidFill>
              </a:rPr>
              <a:t>pathlib</a:t>
            </a:r>
            <a:endParaRPr lang="ru-RU" sz="2000" dirty="0">
              <a:solidFill>
                <a:schemeClr val="bg1"/>
              </a:solidFill>
            </a:endParaRPr>
          </a:p>
          <a:p>
            <a:pPr lvl="0" algn="ctr"/>
            <a:r>
              <a:rPr lang="en-US" sz="2000" dirty="0" err="1">
                <a:solidFill>
                  <a:schemeClr val="bg1"/>
                </a:solidFill>
              </a:rPr>
              <a:t>PyInstaller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>
            <a:spLocks noGrp="1"/>
          </p:cNvSpPr>
          <p:nvPr>
            <p:ph type="title"/>
          </p:nvPr>
        </p:nvSpPr>
        <p:spPr>
          <a:xfrm>
            <a:off x="2632143" y="146244"/>
            <a:ext cx="3943155" cy="5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работы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3185" y="852523"/>
            <a:ext cx="4929510" cy="3911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818" y="343758"/>
            <a:ext cx="5797299" cy="429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0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99471" y="558754"/>
            <a:ext cx="2062557" cy="561901"/>
          </a:xfrm>
        </p:spPr>
        <p:txBody>
          <a:bodyPr>
            <a:noAutofit/>
          </a:bodyPr>
          <a:lstStyle/>
          <a:p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69737" y="1567550"/>
            <a:ext cx="7038900" cy="2911200"/>
          </a:xfrm>
        </p:spPr>
        <p:txBody>
          <a:bodyPr>
            <a:normAutofit/>
          </a:bodyPr>
          <a:lstStyle/>
          <a:p>
            <a:pPr marL="146050" indent="0">
              <a:buNone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Итоги работы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игра в жанре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платформер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 удобный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Сделаны настройки </a:t>
            </a:r>
          </a:p>
          <a:p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223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85071" y="586255"/>
            <a:ext cx="4008233" cy="561901"/>
          </a:xfrm>
        </p:spPr>
        <p:txBody>
          <a:bodyPr>
            <a:noAutofit/>
          </a:bodyPr>
          <a:lstStyle/>
          <a:p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Перспектива развития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больше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врагов и предметов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Увеличить количество уровней</a:t>
            </a: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сюжет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043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92565" y="206256"/>
            <a:ext cx="40142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 исходный код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010" y="893775"/>
            <a:ext cx="3671350" cy="367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514001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130</Words>
  <Application>Microsoft Office PowerPoint</Application>
  <PresentationFormat>Экран (16:9)</PresentationFormat>
  <Paragraphs>41</Paragraphs>
  <Slides>9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Times New Roman</vt:lpstr>
      <vt:lpstr>Lato</vt:lpstr>
      <vt:lpstr>Montserrat</vt:lpstr>
      <vt:lpstr>Arial</vt:lpstr>
      <vt:lpstr>Focus</vt:lpstr>
      <vt:lpstr>Fish Hunter</vt:lpstr>
      <vt:lpstr>Цель и задачи</vt:lpstr>
      <vt:lpstr>Актуальность</vt:lpstr>
      <vt:lpstr>Использованные технологии</vt:lpstr>
      <vt:lpstr>Примеры работы</vt:lpstr>
      <vt:lpstr>Презентация PowerPoint</vt:lpstr>
      <vt:lpstr>Заключение</vt:lpstr>
      <vt:lpstr>Перспектива развития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 Hunter</dc:title>
  <dc:creator>Georgiy</dc:creator>
  <cp:lastModifiedBy>Пользователь Windows</cp:lastModifiedBy>
  <cp:revision>10</cp:revision>
  <dcterms:modified xsi:type="dcterms:W3CDTF">2026-01-30T20:39:17Z</dcterms:modified>
</cp:coreProperties>
</file>