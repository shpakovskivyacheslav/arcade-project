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3" r:id="rId7"/>
    <p:sldId id="261" r:id="rId8"/>
    <p:sldId id="264" r:id="rId9"/>
    <p:sldId id="262" r:id="rId10"/>
  </p:sldIdLst>
  <p:sldSz cx="9144000" cy="5143500" type="screen16x9"/>
  <p:notesSz cx="6858000" cy="9144000"/>
  <p:embeddedFontLst>
    <p:embeddedFont>
      <p:font typeface="Montserrat" panose="020B0604020202020204" charset="-52"/>
      <p:regular r:id="rId12"/>
      <p:bold r:id="rId13"/>
      <p:italic r:id="rId14"/>
      <p:boldItalic r:id="rId15"/>
    </p:embeddedFont>
    <p:embeddedFont>
      <p:font typeface="Lato" panose="020B0604020202020204" charset="0"/>
      <p:regular r:id="rId16"/>
      <p:bold r:id="rId17"/>
      <p:italic r:id="rId18"/>
      <p:boldItalic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9" d="100"/>
          <a:sy n="139" d="100"/>
        </p:scale>
        <p:origin x="726" y="12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b8b8576e1a_0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b8b8576e1a_0_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b8b8576e1a_0_1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b8b8576e1a_0_1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b8b8576e1a_0_1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b8b8576e1a_0_1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b8b8576e1a_0_1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3b8b8576e1a_0_1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b8b8576e1a_0_1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b8b8576e1a_0_1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b8b8576e1a_0_1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3b8b8576e1a_0_1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 rot="5400000">
            <a:off x="7500300" y="505"/>
            <a:ext cx="1643700" cy="1643700"/>
          </a:xfrm>
          <a:prstGeom prst="diagStripe">
            <a:avLst>
              <a:gd name="adj" fmla="val 0"/>
            </a:avLst>
          </a:prstGeom>
          <a:solidFill>
            <a:schemeClr val="lt1">
              <a:alpha val="303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0" y="490"/>
            <a:ext cx="5153705" cy="5134399"/>
            <a:chOff x="0" y="75"/>
            <a:chExt cx="5153705" cy="515295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455" y="-225"/>
              <a:ext cx="5152800" cy="51537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150" y="1145825"/>
              <a:ext cx="3996600" cy="3996900"/>
            </a:xfrm>
            <a:prstGeom prst="diagStripe">
              <a:avLst>
                <a:gd name="adj" fmla="val 58774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-5400000">
              <a:off x="1646" y="-75"/>
              <a:ext cx="2299800" cy="23001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flipH="1">
              <a:off x="652821" y="590035"/>
              <a:ext cx="2300100" cy="2299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5083950" y="3924925"/>
            <a:ext cx="3470700" cy="50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3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21" name="Google Shape;21;p3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name="adj" fmla="val 49469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name="adj" fmla="val 0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3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3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3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3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9;p3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30;p3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1;p3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3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3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4;p3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3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6;p3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3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3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9" name="Google Shape;39;p3"/>
          <p:cNvSpPr txBox="1">
            <a:spLocks noGrp="1"/>
          </p:cNvSpPr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oogle Shape;42;p4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43" name="Google Shape;43;p4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44;p4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5" name="Google Shape;45;p4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6" name="Google Shape;46;p4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oogle Shape;49;p5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0" name="Google Shape;50;p5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5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2" name="Google Shape;52;p5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53" name="Google Shape;53;p5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34032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4" name="Google Shape;54;p5"/>
          <p:cNvSpPr txBox="1">
            <a:spLocks noGrp="1"/>
          </p:cNvSpPr>
          <p:nvPr>
            <p:ph type="body" idx="2"/>
          </p:nvPr>
        </p:nvSpPr>
        <p:spPr>
          <a:xfrm>
            <a:off x="4933221" y="1567550"/>
            <a:ext cx="34032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oogle Shape;57;p6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8" name="Google Shape;58;p6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6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0" name="Google Shape;60;p6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1" name="Google Shape;61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oogle Shape;63;p7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64" name="Google Shape;64;p7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7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6" name="Google Shape;66;p7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3798900" cy="149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7" name="Google Shape;67;p7"/>
          <p:cNvSpPr txBox="1">
            <a:spLocks noGrp="1"/>
          </p:cNvSpPr>
          <p:nvPr>
            <p:ph type="body" idx="1"/>
          </p:nvPr>
        </p:nvSpPr>
        <p:spPr>
          <a:xfrm>
            <a:off x="1297500" y="1972550"/>
            <a:ext cx="3798900" cy="241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68" name="Google Shape;68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70;p8"/>
          <p:cNvGrpSpPr/>
          <p:nvPr/>
        </p:nvGrpSpPr>
        <p:grpSpPr>
          <a:xfrm>
            <a:off x="4406400" y="0"/>
            <a:ext cx="4737600" cy="5143500"/>
            <a:chOff x="4406400" y="0"/>
            <a:chExt cx="4737600" cy="5143500"/>
          </a:xfrm>
        </p:grpSpPr>
        <p:sp>
          <p:nvSpPr>
            <p:cNvPr id="71" name="Google Shape;71;p8"/>
            <p:cNvSpPr/>
            <p:nvPr/>
          </p:nvSpPr>
          <p:spPr>
            <a:xfrm rot="5400000">
              <a:off x="4407900" y="-1500"/>
              <a:ext cx="4734600" cy="4737600"/>
            </a:xfrm>
            <a:prstGeom prst="diagStripe">
              <a:avLst>
                <a:gd name="adj" fmla="val 49469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72;p8"/>
            <p:cNvSpPr/>
            <p:nvPr/>
          </p:nvSpPr>
          <p:spPr>
            <a:xfrm rot="5400000">
              <a:off x="4840825" y="6000"/>
              <a:ext cx="4298700" cy="4286700"/>
            </a:xfrm>
            <a:prstGeom prst="diagStripe">
              <a:avLst>
                <a:gd name="adj" fmla="val 0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73;p8"/>
            <p:cNvSpPr/>
            <p:nvPr/>
          </p:nvSpPr>
          <p:spPr>
            <a:xfrm rot="-5400000">
              <a:off x="5618399" y="123664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8"/>
            <p:cNvSpPr/>
            <p:nvPr/>
          </p:nvSpPr>
          <p:spPr>
            <a:xfrm flipH="1">
              <a:off x="5849857" y="144407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75;p8"/>
            <p:cNvSpPr/>
            <p:nvPr/>
          </p:nvSpPr>
          <p:spPr>
            <a:xfrm rot="-5400000">
              <a:off x="5987081" y="246974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8"/>
            <p:cNvSpPr/>
            <p:nvPr/>
          </p:nvSpPr>
          <p:spPr>
            <a:xfrm flipH="1">
              <a:off x="6222115" y="267717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8"/>
            <p:cNvSpPr/>
            <p:nvPr/>
          </p:nvSpPr>
          <p:spPr>
            <a:xfrm rot="-5400000">
              <a:off x="6675341" y="1862244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8"/>
            <p:cNvSpPr/>
            <p:nvPr/>
          </p:nvSpPr>
          <p:spPr>
            <a:xfrm flipH="1">
              <a:off x="6908099" y="206968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8"/>
            <p:cNvSpPr/>
            <p:nvPr/>
          </p:nvSpPr>
          <p:spPr>
            <a:xfrm rot="-5400000">
              <a:off x="6861141" y="247808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8"/>
            <p:cNvSpPr/>
            <p:nvPr/>
          </p:nvSpPr>
          <p:spPr>
            <a:xfrm flipH="1">
              <a:off x="7965266" y="269319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8"/>
            <p:cNvSpPr/>
            <p:nvPr/>
          </p:nvSpPr>
          <p:spPr>
            <a:xfrm flipH="1">
              <a:off x="8145082" y="330903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8"/>
            <p:cNvSpPr/>
            <p:nvPr/>
          </p:nvSpPr>
          <p:spPr>
            <a:xfrm rot="-5400000">
              <a:off x="7047599" y="309534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83;p8"/>
            <p:cNvSpPr/>
            <p:nvPr/>
          </p:nvSpPr>
          <p:spPr>
            <a:xfrm flipH="1">
              <a:off x="7276649" y="330278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84;p8"/>
            <p:cNvSpPr/>
            <p:nvPr/>
          </p:nvSpPr>
          <p:spPr>
            <a:xfrm rot="-5400000">
              <a:off x="7227414" y="37111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85;p8"/>
            <p:cNvSpPr/>
            <p:nvPr/>
          </p:nvSpPr>
          <p:spPr>
            <a:xfrm flipH="1">
              <a:off x="7462448" y="391862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86;p8"/>
            <p:cNvSpPr/>
            <p:nvPr/>
          </p:nvSpPr>
          <p:spPr>
            <a:xfrm rot="-5400000">
              <a:off x="8102491" y="371885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 flipH="1">
              <a:off x="8334533" y="3926292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88;p8"/>
            <p:cNvSpPr/>
            <p:nvPr/>
          </p:nvSpPr>
          <p:spPr>
            <a:xfrm rot="-5400000">
              <a:off x="8288290" y="433470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9" name="Google Shape;89;p8"/>
          <p:cNvSpPr txBox="1">
            <a:spLocks noGrp="1"/>
          </p:cNvSpPr>
          <p:nvPr>
            <p:ph type="title"/>
          </p:nvPr>
        </p:nvSpPr>
        <p:spPr>
          <a:xfrm>
            <a:off x="823850" y="866775"/>
            <a:ext cx="4587000" cy="3521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p9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93" name="Google Shape;93;p9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94;p9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5" name="Google Shape;95;p9"/>
          <p:cNvSpPr txBox="1">
            <a:spLocks noGrp="1"/>
          </p:cNvSpPr>
          <p:nvPr>
            <p:ph type="title"/>
          </p:nvPr>
        </p:nvSpPr>
        <p:spPr>
          <a:xfrm>
            <a:off x="1297500" y="1658325"/>
            <a:ext cx="3036300" cy="175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6" name="Google Shape;96;p9"/>
          <p:cNvSpPr txBox="1">
            <a:spLocks noGrp="1"/>
          </p:cNvSpPr>
          <p:nvPr>
            <p:ph type="subTitle" idx="1"/>
          </p:nvPr>
        </p:nvSpPr>
        <p:spPr>
          <a:xfrm>
            <a:off x="1297500" y="3538000"/>
            <a:ext cx="3036300" cy="50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97" name="Google Shape;97;p9"/>
          <p:cNvSpPr txBox="1">
            <a:spLocks noGrp="1"/>
          </p:cNvSpPr>
          <p:nvPr>
            <p:ph type="body" idx="2"/>
          </p:nvPr>
        </p:nvSpPr>
        <p:spPr>
          <a:xfrm>
            <a:off x="4648200" y="1696600"/>
            <a:ext cx="3676800" cy="234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98" name="Google Shape;98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10"/>
          <p:cNvGrpSpPr/>
          <p:nvPr/>
        </p:nvGrpSpPr>
        <p:grpSpPr>
          <a:xfrm>
            <a:off x="0" y="4128572"/>
            <a:ext cx="698925" cy="684657"/>
            <a:chOff x="0" y="3785672"/>
            <a:chExt cx="698925" cy="684657"/>
          </a:xfrm>
        </p:grpSpPr>
        <p:sp>
          <p:nvSpPr>
            <p:cNvPr id="101" name="Google Shape;101;p10"/>
            <p:cNvSpPr/>
            <p:nvPr/>
          </p:nvSpPr>
          <p:spPr>
            <a:xfrm rot="-5400000">
              <a:off x="0" y="3785672"/>
              <a:ext cx="544800" cy="544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102;p10"/>
            <p:cNvSpPr/>
            <p:nvPr/>
          </p:nvSpPr>
          <p:spPr>
            <a:xfrm flipH="1">
              <a:off x="154125" y="3925529"/>
              <a:ext cx="544800" cy="544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3" name="Google Shape;103;p10"/>
          <p:cNvSpPr txBox="1">
            <a:spLocks noGrp="1"/>
          </p:cNvSpPr>
          <p:nvPr>
            <p:ph type="body" idx="1"/>
          </p:nvPr>
        </p:nvSpPr>
        <p:spPr>
          <a:xfrm>
            <a:off x="812725" y="4305375"/>
            <a:ext cx="6936000" cy="52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>
            <a:endParaRPr/>
          </a:p>
        </p:txBody>
      </p:sp>
      <p:sp>
        <p:nvSpPr>
          <p:cNvPr id="104" name="Google Shape;104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Google Shape;106;p11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107" name="Google Shape;107;p11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name="adj" fmla="val 49469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108;p11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name="adj" fmla="val 0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Google Shape;109;p11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Google Shape;110;p11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111;p11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112;p11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113;p11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114;p11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Google Shape;115;p11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Google Shape;116;p11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Google Shape;117;p11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Google Shape;118;p11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Google Shape;119;p11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Google Shape;120;p11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Google Shape;121;p11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Google Shape;122;p11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11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Google Shape;124;p11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5" name="Google Shape;125;p11"/>
          <p:cNvSpPr txBox="1">
            <a:spLocks noGrp="1"/>
          </p:cNvSpPr>
          <p:nvPr>
            <p:ph type="title" hasCustomPrompt="1"/>
          </p:nvPr>
        </p:nvSpPr>
        <p:spPr>
          <a:xfrm>
            <a:off x="823850" y="1284675"/>
            <a:ext cx="47760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126" name="Google Shape;126;p11"/>
          <p:cNvSpPr txBox="1">
            <a:spLocks noGrp="1"/>
          </p:cNvSpPr>
          <p:nvPr>
            <p:ph type="body" idx="1"/>
          </p:nvPr>
        </p:nvSpPr>
        <p:spPr>
          <a:xfrm>
            <a:off x="823850" y="2643124"/>
            <a:ext cx="4776000" cy="121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127" name="Google Shape;12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focus"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  <a:defRPr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lvl="2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lvl="3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lvl="4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lvl="5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lvl="6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lvl="7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lvl="8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3"/>
          <p:cNvSpPr txBox="1">
            <a:spLocks noGrp="1"/>
          </p:cNvSpPr>
          <p:nvPr>
            <p:ph type="ctrTitle"/>
          </p:nvPr>
        </p:nvSpPr>
        <p:spPr>
          <a:xfrm>
            <a:off x="3244954" y="1681527"/>
            <a:ext cx="3159283" cy="82104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Fish Hunter</a:t>
            </a:r>
            <a:endParaRPr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5" name="Google Shape;135;p13"/>
          <p:cNvSpPr txBox="1">
            <a:spLocks noGrp="1"/>
          </p:cNvSpPr>
          <p:nvPr>
            <p:ph type="subTitle" idx="1"/>
          </p:nvPr>
        </p:nvSpPr>
        <p:spPr>
          <a:xfrm>
            <a:off x="5830158" y="3535437"/>
            <a:ext cx="2564446" cy="105031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Авторы</a:t>
            </a:r>
            <a:r>
              <a:rPr lang="ru"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18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Шпаковский Вячеслав</a:t>
            </a:r>
            <a:r>
              <a:rPr lang="en-US"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"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Мажоров </a:t>
            </a:r>
            <a:r>
              <a:rPr lang="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Арсений</a:t>
            </a:r>
            <a:endParaRPr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4"/>
          <p:cNvSpPr txBox="1">
            <a:spLocks noGrp="1"/>
          </p:cNvSpPr>
          <p:nvPr>
            <p:ph type="title"/>
          </p:nvPr>
        </p:nvSpPr>
        <p:spPr>
          <a:xfrm>
            <a:off x="1338751" y="505905"/>
            <a:ext cx="2662608" cy="62998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 и </a:t>
            </a:r>
            <a:r>
              <a:rPr lang="ru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задач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</a:t>
            </a:r>
            <a:endParaRPr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1" name="Google Shape;141;p14"/>
          <p:cNvSpPr txBox="1"/>
          <p:nvPr/>
        </p:nvSpPr>
        <p:spPr>
          <a:xfrm>
            <a:off x="276821" y="1394924"/>
            <a:ext cx="3944100" cy="32458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u="sng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Цель проекта</a:t>
            </a:r>
            <a:r>
              <a:rPr lang="en-US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Разработать игру</a:t>
            </a:r>
            <a:r>
              <a:rPr lang="en-US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,</a:t>
            </a:r>
            <a:r>
              <a:rPr lang="ru-RU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 в жанре </a:t>
            </a:r>
            <a:r>
              <a:rPr lang="ru-RU" dirty="0" err="1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платформер</a:t>
            </a:r>
            <a:r>
              <a:rPr lang="en-US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, </a:t>
            </a:r>
            <a:r>
              <a:rPr lang="ru-RU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являющейся аналогом иг</a:t>
            </a:r>
            <a:r>
              <a:rPr lang="ru-RU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р серии </a:t>
            </a:r>
            <a:r>
              <a:rPr lang="en-US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Super Mario Bros.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u="sng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Задачи проекта</a:t>
            </a:r>
            <a:r>
              <a:rPr lang="en-US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: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1)</a:t>
            </a:r>
            <a:r>
              <a:rPr lang="ru-RU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Реализовать движение персонажа (на тот момент примитива)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2)Найти спрайты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3)Добавить препятствия</a:t>
            </a:r>
            <a:r>
              <a:rPr lang="en-US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	</a:t>
            </a:r>
            <a:r>
              <a:rPr lang="en-US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3.1)</a:t>
            </a:r>
            <a:r>
              <a:rPr lang="ru-RU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Добавить шипы и пропасти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	</a:t>
            </a:r>
            <a:r>
              <a:rPr lang="ru-RU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3</a:t>
            </a:r>
            <a:r>
              <a:rPr lang="en-US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.2)</a:t>
            </a:r>
            <a:r>
              <a:rPr lang="ru-RU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Добавить врагов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4)Добавить предметы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5)Сделать базу данных для рекордов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6)Сделать систему частиц для фейерверков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300" dirty="0" smtClean="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300" dirty="0" smtClean="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dirty="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142" name="Google Shape;142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16557" y="820898"/>
            <a:ext cx="4060477" cy="3530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913607" y="1266599"/>
            <a:ext cx="581373" cy="68595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15"/>
          <p:cNvSpPr txBox="1">
            <a:spLocks noGrp="1"/>
          </p:cNvSpPr>
          <p:nvPr>
            <p:ph type="title"/>
          </p:nvPr>
        </p:nvSpPr>
        <p:spPr>
          <a:xfrm>
            <a:off x="3215675" y="579378"/>
            <a:ext cx="2786364" cy="60315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Актуальность</a:t>
            </a:r>
            <a:endParaRPr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49" name="Google Shape;149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28448" y="1787763"/>
            <a:ext cx="4572000" cy="257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15"/>
          <p:cNvSpPr txBox="1"/>
          <p:nvPr/>
        </p:nvSpPr>
        <p:spPr>
          <a:xfrm>
            <a:off x="677888" y="1787763"/>
            <a:ext cx="2842208" cy="2618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Платформер - один из старейших и известнейших жанров игр, но кто сказал, что они устарели?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dirty="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6"/>
          <p:cNvSpPr txBox="1">
            <a:spLocks noGrp="1"/>
          </p:cNvSpPr>
          <p:nvPr>
            <p:ph type="title"/>
          </p:nvPr>
        </p:nvSpPr>
        <p:spPr>
          <a:xfrm>
            <a:off x="2370425" y="469377"/>
            <a:ext cx="4958921" cy="63752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Использованные технологии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6" name="Google Shape;156;p16"/>
          <p:cNvSpPr txBox="1"/>
          <p:nvPr/>
        </p:nvSpPr>
        <p:spPr>
          <a:xfrm>
            <a:off x="3764449" y="2137189"/>
            <a:ext cx="1880081" cy="1699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Библиотеки</a:t>
            </a:r>
            <a:r>
              <a:rPr lang="en-US" sz="2400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:</a:t>
            </a:r>
            <a:endParaRPr lang="ru-RU" sz="2400" dirty="0" smtClean="0">
              <a:solidFill>
                <a:schemeClr val="lt1"/>
              </a:solidFill>
              <a:latin typeface="Times New Roman" panose="02020603050405020304" pitchFamily="18" charset="0"/>
              <a:ea typeface="Lato"/>
              <a:cs typeface="Times New Roman" panose="02020603050405020304" pitchFamily="18" charset="0"/>
              <a:sym typeface="Lato"/>
            </a:endParaRPr>
          </a:p>
          <a:p>
            <a:pPr lvl="0" algn="l" rtl="0">
              <a:spcBef>
                <a:spcPts val="0"/>
              </a:spcBef>
              <a:spcAft>
                <a:spcPts val="0"/>
              </a:spcAft>
            </a:pPr>
            <a:r>
              <a:rPr lang="en-US" sz="2400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arcade</a:t>
            </a:r>
          </a:p>
          <a:p>
            <a:pPr lvl="0" algn="l" rtl="0">
              <a:spcBef>
                <a:spcPts val="0"/>
              </a:spcBef>
              <a:spcAft>
                <a:spcPts val="0"/>
              </a:spcAft>
            </a:pPr>
            <a:r>
              <a:rPr lang="en-US" sz="2400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sqlite3</a:t>
            </a:r>
          </a:p>
          <a:p>
            <a:pPr lvl="0" algn="l" rtl="0">
              <a:spcBef>
                <a:spcPts val="0"/>
              </a:spcBef>
              <a:spcAft>
                <a:spcPts val="0"/>
              </a:spcAft>
            </a:pPr>
            <a:r>
              <a:rPr lang="en-US" sz="2400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random</a:t>
            </a:r>
            <a:endParaRPr sz="2400" dirty="0">
              <a:solidFill>
                <a:schemeClr val="lt1"/>
              </a:solidFill>
              <a:latin typeface="Times New Roman" panose="02020603050405020304" pitchFamily="18" charset="0"/>
              <a:ea typeface="Lato"/>
              <a:cs typeface="Times New Roman" panose="02020603050405020304" pitchFamily="18" charset="0"/>
              <a:sym typeface="Lato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17"/>
          <p:cNvSpPr txBox="1">
            <a:spLocks noGrp="1"/>
          </p:cNvSpPr>
          <p:nvPr>
            <p:ph type="title"/>
          </p:nvPr>
        </p:nvSpPr>
        <p:spPr>
          <a:xfrm>
            <a:off x="2632143" y="146244"/>
            <a:ext cx="3943155" cy="56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Примеры работы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62" name="Google Shape;162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93185" y="852523"/>
            <a:ext cx="4929510" cy="39119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3818" y="343758"/>
            <a:ext cx="5797299" cy="4296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38303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8"/>
          <p:cNvSpPr txBox="1">
            <a:spLocks noGrp="1"/>
          </p:cNvSpPr>
          <p:nvPr>
            <p:ph type="title"/>
          </p:nvPr>
        </p:nvSpPr>
        <p:spPr>
          <a:xfrm>
            <a:off x="2645037" y="517504"/>
            <a:ext cx="3783264" cy="67877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Заключение</a:t>
            </a:r>
            <a:endParaRPr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774643" y="1870052"/>
            <a:ext cx="443903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Итоги работы</a:t>
            </a:r>
            <a:r>
              <a:rPr lang="en-US" sz="2000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r>
              <a:rPr lang="ru-RU" sz="2000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Разработана игра в жанре </a:t>
            </a:r>
            <a:r>
              <a:rPr lang="ru-RU" sz="2000" dirty="0" err="1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платформер</a:t>
            </a:r>
            <a:r>
              <a:rPr lang="en-US" sz="2000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ru-RU" sz="2000" dirty="0" smtClean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85071" y="586255"/>
            <a:ext cx="4008233" cy="561901"/>
          </a:xfrm>
        </p:spPr>
        <p:txBody>
          <a:bodyPr>
            <a:noAutofit/>
          </a:bodyPr>
          <a:lstStyle/>
          <a:p>
            <a:r>
              <a:rPr lang="ru-RU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Перспектива развития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Добавить больше врагов</a:t>
            </a:r>
          </a:p>
          <a:p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Увеличить количество уровней</a:t>
            </a:r>
          </a:p>
          <a:p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Добавить сюжет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62230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9"/>
          <p:cNvSpPr txBox="1">
            <a:spLocks noGrp="1"/>
          </p:cNvSpPr>
          <p:nvPr>
            <p:ph type="title"/>
          </p:nvPr>
        </p:nvSpPr>
        <p:spPr>
          <a:xfrm>
            <a:off x="989344" y="2339429"/>
            <a:ext cx="7038900" cy="92628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 smtClean="0"/>
              <a:t>https</a:t>
            </a:r>
            <a:r>
              <a:rPr lang="ru" dirty="0"/>
              <a:t>://github.com/ShpakovskiVyacheslav/Arcade-project.git</a:t>
            </a:r>
            <a:endParaRPr dirty="0"/>
          </a:p>
        </p:txBody>
      </p:sp>
      <p:sp>
        <p:nvSpPr>
          <p:cNvPr id="2" name="TextBox 1"/>
          <p:cNvSpPr txBox="1"/>
          <p:nvPr/>
        </p:nvSpPr>
        <p:spPr>
          <a:xfrm>
            <a:off x="2227560" y="666892"/>
            <a:ext cx="45624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Ссылка на исходный код</a:t>
            </a:r>
            <a:endParaRPr lang="ru-RU" sz="32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Focus">
  <a:themeElements>
    <a:clrScheme name="Focus">
      <a:dk1>
        <a:srgbClr val="1B212C"/>
      </a:dk1>
      <a:lt1>
        <a:srgbClr val="FFFFFF"/>
      </a:lt1>
      <a:dk2>
        <a:srgbClr val="D9D9D9"/>
      </a:dk2>
      <a:lt2>
        <a:srgbClr val="82C7A5"/>
      </a:lt2>
      <a:accent1>
        <a:srgbClr val="0145AC"/>
      </a:accent1>
      <a:accent2>
        <a:srgbClr val="EECE1A"/>
      </a:accent2>
      <a:accent3>
        <a:srgbClr val="4E5567"/>
      </a:accent3>
      <a:accent4>
        <a:srgbClr val="F4D6AD"/>
      </a:accent4>
      <a:accent5>
        <a:srgbClr val="7890CD"/>
      </a:accent5>
      <a:accent6>
        <a:srgbClr val="F15E22"/>
      </a:accent6>
      <a:hlink>
        <a:srgbClr val="7890CD"/>
      </a:hlink>
      <a:folHlink>
        <a:srgbClr val="7890C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67</TotalTime>
  <Words>102</Words>
  <Application>Microsoft Office PowerPoint</Application>
  <PresentationFormat>Экран (16:9)</PresentationFormat>
  <Paragraphs>33</Paragraphs>
  <Slides>9</Slides>
  <Notes>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4" baseType="lpstr">
      <vt:lpstr>Montserrat</vt:lpstr>
      <vt:lpstr>Arial</vt:lpstr>
      <vt:lpstr>Lato</vt:lpstr>
      <vt:lpstr>Times New Roman</vt:lpstr>
      <vt:lpstr>Focus</vt:lpstr>
      <vt:lpstr>Fish Hunter</vt:lpstr>
      <vt:lpstr>Цель и задачи</vt:lpstr>
      <vt:lpstr>Актуальность</vt:lpstr>
      <vt:lpstr>Использованные технологии</vt:lpstr>
      <vt:lpstr>Примеры работы</vt:lpstr>
      <vt:lpstr>Презентация PowerPoint</vt:lpstr>
      <vt:lpstr>Заключение</vt:lpstr>
      <vt:lpstr>Перспектива развития</vt:lpstr>
      <vt:lpstr>https://github.com/ShpakovskiVyacheslav/Arcade-project.git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Fish Hunter</dc:title>
  <dc:creator>Georgiy</dc:creator>
  <cp:lastModifiedBy>Пользователь Windows</cp:lastModifiedBy>
  <cp:revision>8</cp:revision>
  <dcterms:modified xsi:type="dcterms:W3CDTF">2026-01-17T19:15:32Z</dcterms:modified>
</cp:coreProperties>
</file>